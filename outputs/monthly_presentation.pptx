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E80"/>
                </a:solidFill>
              </a:rPr>
              <a:t>ZYCUS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Project Portfolio
Health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F3E80"/>
                </a:solidFill>
              </a:rPr>
              <a:t>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E8F4FF"/>
                </a:solidFill>
              </a:rPr>
              <a:t>Both monitored projects are currently flagged Red with high overall risk, indicating significant challenges across the portfolio.
TREND_1: Both Outokumpu_S2P and UniSan_S2P are rated Red, signifying critical issues across the entire monitored portfolio.
TREND_2: Both Outokumpu_S2P and UniSan_S2P are categorized as "High" risk, highlighting pervasive underlying challenges despite varying completion rates.
TREND_3: Dependency management challenges are evident, with Outokumpu_S2P facing high risk due to critical client actions and UniSan_S2P experiencing significant schedule delays, indicating a common theme of external or internal blockers.
EMERGING_RISK_1: Systemic schedule health deterioration is apparent, with UniSan_S2P significantly behind schedule and a high number of unstarted tasks, suggesting potential widespread issues in planning or execution.
EMERGING_RISK_2: Inadequate risk visibility and mitigation capabilities are emerging due to the lack of detailed qualitative commentary from Project Managers, hindering timely identification of root causes and effective resolution strategies.
EMERGING_RISK_3: Critical client dependency bottlenecks, as seen in Outokumpu_S2P, pose a recurring risk that can stall projects even with internal progress, potentially impacting overall portfolio delivery timelines.
RECOMMENDATION_1: Mandate immediate, detailed recovery plans from Project Managers for both Outokumpu_S2P and UniSan_S2P,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0" y="5303520"/>
            <a:ext cx="914400" cy="10972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5349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59436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9784080" y="5303520"/>
            <a:ext cx="914400" cy="10972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0" y="5349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59436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81360" y="5303520"/>
            <a:ext cx="914400" cy="10972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0" y="5349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59436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5A5A6"/>
                </a:solidFill>
              </a:rPr>
              <a:t>Prepared by: AI Project Health Agent  |  Confidential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5A5A6"/>
                </a:solidFill>
              </a:rPr>
              <a:t>Portfolio RAG Status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30352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164592" cy="2286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8988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Outokumpu S2P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38988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0392B"/>
                </a:solidFill>
              </a:rPr>
              <a:t>[RED]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2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F4FF"/>
                </a:solidFill>
              </a:rPr>
              <a:t>PM: N/A  |  Stage: Configuration and Build phase
Progress: 71%  |  Score: 1.35/2.0
The Outokumpu_S2P project is currently ahead of its expected completion rate, which is positive. However, it is flagged 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280160"/>
            <a:ext cx="530352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280160"/>
            <a:ext cx="164592" cy="2286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38988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UniSan S2P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138988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0392B"/>
                </a:solidFill>
              </a:rPr>
              <a:t>[RED]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87452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F4FF"/>
                </a:solidFill>
              </a:rPr>
              <a:t>PM: N/A  |  Stage: Training Phase I
Progress: 44%  |  Score: 0.50/2.0
The UniSan_S2P project is significantly behind schedule, with actual completion at 44% against an expected 58.8%. The pr...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Schedule &amp; Delivery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5A5A6"/>
                </a:solidFill>
              </a:rPr>
              <a:t>Patterns identified across all monitored projects this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1133856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164592" cy="914400"/>
          </a:xfrm>
          <a:prstGeom prst="rect">
            <a:avLst/>
          </a:prstGeom>
          <a:solidFill>
            <a:srgbClr val="0F3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89888"/>
            <a:ext cx="731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3E80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389888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Both Outokumpu_S2P and UniSan_S2P are rated Red, signifying critical issues across the entire monitored portfolio.
TREND_2: Both Outokumpu_S2P and UniSan_S2P are categorized as "High" risk, highlighting pervasive underlying challenges despite varying completion rates.
TREND_3: Dependency management challenges are evident, with Outokumpu_S2P facing high risk due to critical client actions and UniSan_S2P experiencing significant schedule delays, indicating a common theme of external or internal blockers.
EMERGING_RISK_1: Systemic schedule health deterioration is apparent, with UniSan_S2P significantly behind schedule and a high number of unstarted tasks, suggesting potential widespread issues in planning or execution.
EMERGING_RISK_2: Inadequate risk visibility and mitigation capabilities are emerging due to the lack of detailed qualitative commentary from Project Managers, hindering timely identification of root causes and effective resolution strategies.
EMERGING_RISK_3: Critical client dependency bottlenecks, as seen in Outokumpu_S2P, pose a recurring risk that can stall projects even with internal progress, potentially impacting overall portfolio delivery timelines.
RECOMMENDATION_1: Mandate immediate, detailed recovery plans from Project Managers for both Outokumpu_S2P and UniSan_S2P,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133856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331720"/>
            <a:ext cx="164592" cy="914400"/>
          </a:xfrm>
          <a:prstGeom prst="rect">
            <a:avLst/>
          </a:prstGeom>
          <a:solidFill>
            <a:srgbClr val="0F3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41448"/>
            <a:ext cx="731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3E80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41448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Both Outokumpu_S2P and UniSan_S2P are categorized as "High" risk, highlighting pervasive underlying challenges despite varying completion rates.
TREND_3: Dependency management challenges are evident, with Outokumpu_S2P facing high risk due to critical client actions and UniSan_S2P experiencing significant schedule delays, indicating a common theme of external or internal blockers.
EMERGING_RISK_1: Systemic schedule health deterioration is apparent, with UniSan_S2P significantly behind schedule and a high number of unstarted tasks, suggesting potential widespread issues in planning or execution.
EMERGING_RISK_2: Inadequate risk visibility and mitigation capabilities are emerging due to the lack of detailed qualitative commentary from Project Managers, hindering timely identification of root causes and effective resolution strategies.
EMERGING_RISK_3: Critical client dependency bottlenecks, as seen in Outokumpu_S2P, pose a recurring risk that can stall projects even with internal progress, potentially impacting overall portfolio delivery timelines.
RECOMMENDATION_1: Mandate immediate, detailed recovery plans from Project Managers for both Outokumpu_S2P and UniSan_S2P,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383280"/>
            <a:ext cx="1133856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383280"/>
            <a:ext cx="164592" cy="914400"/>
          </a:xfrm>
          <a:prstGeom prst="rect">
            <a:avLst/>
          </a:prstGeom>
          <a:solidFill>
            <a:srgbClr val="0F3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493008"/>
            <a:ext cx="731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3E80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93008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Dependency management challenges are evident, with Outokumpu_S2P facing high risk due to critical client actions and UniSan_S2P experiencing significant schedule delays, indicating a common theme of external or internal blockers.
EMERGING_RISK_1: Systemic schedule health deterioration is apparent, with UniSan_S2P significantly behind schedule and a high number of unstarted tasks, suggesting potential widespread issues in planning or execution.
EMERGING_RISK_2: Inadequate risk visibility and mitigation capabilities are emerging due to the lack of detailed qualitative commentary from Project Managers, hindering timely identification of root causes and effective resolution strategies.
EMERGING_RISK_3: Critical client dependency bottlenecks, as seen in Outokumpu_S2P, pose a recurring risk that can stall projects even with internal progress, potentially impacting overall portfolio delivery timelines.
RECOMMENDATION_1: Mandate immediate, detailed recovery plans from Project Managers for both Outokumpu_S2P and UniSan_S2P,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526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F4FF"/>
                </a:solidFill>
              </a:rPr>
              <a:t>Project Score Comparison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937760"/>
            <a:ext cx="370332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937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Outokumpu S2P  1.35/2.0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321808"/>
            <a:ext cx="137160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32180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UniSan S2P  0.50/2.0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Emerging Risks &amp; Blockers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5A5A6"/>
                </a:solidFill>
              </a:rPr>
              <a:t>Systemic risks requiring immediate leadership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1133856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164592" cy="8229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392B"/>
                </a:solidFill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37160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Systemic schedule health deterioration is apparent, with UniSan_S2P significantly behind schedule and a high number of unstarted tasks, suggesting potential widespread issues in planning or execution.
EMERGING_RISK_2: Inadequate risk visibility and mitigation capabilities are emerging due to the lack of detailed qualitative commentary from Project Managers, hindering timely identification of root causes and effective resolution strategies.
EMERGING_RISK_3: Critical client dependency bottlenecks, as seen in Outokumpu_S2P, pose a recurring risk that can stall projects even with internal progress, potentially impacting overall portfolio delivery timelines.
RECOMMENDATION_1: Mandate immediate, detailed recovery plans from Project Managers for both Outokumpu_S2P and UniSan_S2P,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40280"/>
            <a:ext cx="1133856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240280"/>
            <a:ext cx="164592" cy="8229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313432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392B"/>
                </a:solidFill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33172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Inadequate risk visibility and mitigation capabilities are emerging due to the lack of detailed qualitative commentary from Project Managers, hindering timely identification of root causes and effective resolution strategies.
EMERGING_RISK_3: Critical client dependency bottlenecks, as seen in Outokumpu_S2P, pose a recurring risk that can stall projects even with internal progress, potentially impacting overall portfolio delivery timelines.
RECOMMENDATION_1: Mandate immediate, detailed recovery plans from Project Managers for both Outokumpu_S2P and UniSan_S2P,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00400"/>
            <a:ext cx="1133856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200400"/>
            <a:ext cx="164592" cy="8229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273552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392B"/>
                </a:solidFill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9184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Critical client dependency bottlenecks, as seen in Outokumpu_S2P, pose a recurring risk that can stall projects even with internal progress, potentially impacting overall portfolio delivery timelines.
RECOMMENDATION_1: Mandate immediate, detailed recovery plans from Project Managers for both Outokumpu_S2P and UniSan_S2P,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51960"/>
            <a:ext cx="11338560" cy="685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3251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</a:rPr>
              <a:t>Projects flagged At Risk = HIGH: Outokumpu_S2P, UniSan_S2P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Project Deep-Dives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5A5A6"/>
                </a:solidFill>
              </a:rPr>
              <a:t>Latest status snapshot per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66928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669280" cy="3657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Outokumpu S2P  [Red]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F4FF"/>
                </a:solidFill>
              </a:rPr>
              <a:t>PM: N/A
Stage: Configuration and Build phase
Progress: 71% (expected ~57%)
Tasks: 255 done / 467 total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280160"/>
            <a:ext cx="566928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92240" y="1280160"/>
            <a:ext cx="5669280" cy="3657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UniSan S2P  [Red]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3736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F4FF"/>
                </a:solidFill>
              </a:rPr>
              <a:t>PM: N/A
Stage: Training Phase I
Progress: 44% (expected ~59%)
Tasks: 133 done / 343 total
Top Risk: Significant schedule slippage (14.8% gap) with over half of the t...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Strategic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5A5A6"/>
                </a:solidFill>
              </a:rPr>
              <a:t>Actions recommended for leadership this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1133856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164592" cy="8229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7AE6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37160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Mandate immediate, detailed recovery plans from Project Managers for both Outokumpu_S2P and UniSan_S2P,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Appendix: Weekly RAG 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5A5A6"/>
                </a:solidFill>
              </a:rPr>
              <a:t>Complete record of all weekly health assessments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365760"/>
          </a:xfrm>
          <a:prstGeom prst="rect">
            <a:avLst/>
          </a:prstGeom>
          <a:solidFill>
            <a:srgbClr val="0F3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20700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20700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20700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20700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% Done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120700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At Risk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45920"/>
            <a:ext cx="11430000" cy="3383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66420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2026-07-08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66420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Outokumpu S2P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66420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392B"/>
                </a:solidFill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166420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1.35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66420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71%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166420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011680"/>
            <a:ext cx="11430000" cy="3383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02996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2026-07-08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202996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UniSan S2P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02996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392B"/>
                </a:solidFill>
              </a:rPr>
              <a:t>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02996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0.50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202996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44%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202996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High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377440"/>
            <a:ext cx="11430000" cy="3383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39572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2026-07-09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239572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Outokumpu S2P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39572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392B"/>
                </a:solidFill>
              </a:rPr>
              <a:t>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239572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1.35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239572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71%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239572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High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743200"/>
            <a:ext cx="11430000" cy="3383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276148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2026-07-09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0" y="276148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UniSan S2P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276148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392B"/>
                </a:solidFill>
              </a:rPr>
              <a:t>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276148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0.50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76148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44%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276148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High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